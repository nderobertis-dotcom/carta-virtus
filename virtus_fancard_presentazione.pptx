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101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99499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14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F57C00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320" y="548640"/>
            <a:ext cx="1737360" cy="17373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14400" y="25603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VIRTUS FAN CARD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32461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57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Relazioni che creano valore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0" y="4462272"/>
            <a:ext cx="9144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Nuova Virtus Basket Molfetta — Stagione 2026/2027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147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09728"/>
            <a:ext cx="640080" cy="6400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14400" y="1828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sport è fatto di persone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1371600" y="13716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2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Vogliamo parlarvi di voi.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1031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🏟️  Chi siede sulle tribune da anni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2743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👨‍👧  Chi porta i figli al PalaPoli per la prima volta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33832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  Chi gestisce un'attività e sceglie di stare accanto a noi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40233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❤️  Chi ogni domenica costruisce qualcosa con noi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0C4DE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14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57C00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09728"/>
            <a:ext cx="640080" cy="6400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14400" y="1828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domanda che ci siamo posti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118872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 possiamo dare</a:t>
            </a:r>
            <a:endParaRPr lang="en-US" sz="3200" dirty="0"/>
          </a:p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valore reale</a:t>
            </a:r>
            <a:endParaRPr lang="en-US" sz="3200" dirty="0"/>
          </a:p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chi ci sta vicino?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un pezzo di plastica.  Non uno sconto.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566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7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RELAZIONE.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0C4DE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147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09728"/>
            <a:ext cx="640080" cy="6400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14400" y="1828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Virtus Fan Card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274320" y="1188720"/>
            <a:ext cx="2011680" cy="3200400"/>
          </a:xfrm>
          <a:prstGeom prst="rect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4"/>
          <p:cNvSpPr txBox="1"/>
          <p:nvPr/>
        </p:nvSpPr>
        <p:spPr>
          <a:xfrm>
            <a:off x="274320" y="13716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274320" y="19659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€ 10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365760" y="28346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accesso al </a:t>
            </a:r>
            <a:r>
              <a:rPr lang="en-US" sz="13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Palapoli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468880" y="1188720"/>
            <a:ext cx="2011680" cy="3200400"/>
          </a:xfrm>
          <a:prstGeom prst="rect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8"/>
          <p:cNvSpPr txBox="1"/>
          <p:nvPr/>
        </p:nvSpPr>
        <p:spPr>
          <a:xfrm>
            <a:off x="2468880" y="13716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BRONZE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2468880" y="19659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€ 30</a:t>
            </a:r>
            <a:endParaRPr lang="en-US" sz="2800" dirty="0"/>
          </a:p>
        </p:txBody>
      </p:sp>
      <p:sp>
        <p:nvSpPr>
          <p:cNvPr id="13" name="Text 10"/>
          <p:cNvSpPr txBox="1"/>
          <p:nvPr/>
        </p:nvSpPr>
        <p:spPr>
          <a:xfrm>
            <a:off x="2560320" y="28346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Vantaggi esclusivi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663440" y="1188720"/>
            <a:ext cx="2011680" cy="3200400"/>
          </a:xfrm>
          <a:prstGeom prst="rect">
            <a:avLst/>
          </a:prstGeom>
          <a:solidFill>
            <a:srgbClr val="F57C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Text 12"/>
          <p:cNvSpPr txBox="1"/>
          <p:nvPr/>
        </p:nvSpPr>
        <p:spPr>
          <a:xfrm>
            <a:off x="4663440" y="13716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SILVER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4663440" y="19659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€ 50</a:t>
            </a:r>
            <a:endParaRPr lang="en-US" sz="2800" dirty="0"/>
          </a:p>
        </p:txBody>
      </p:sp>
      <p:sp>
        <p:nvSpPr>
          <p:cNvPr id="17" name="Text 14"/>
          <p:cNvSpPr txBox="1"/>
          <p:nvPr/>
        </p:nvSpPr>
        <p:spPr>
          <a:xfrm>
            <a:off x="4754880" y="28346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Posto numerato + Maglia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858000" y="1188720"/>
            <a:ext cx="2011680" cy="3200400"/>
          </a:xfrm>
          <a:prstGeom prst="rect">
            <a:avLst/>
          </a:prstGeom>
          <a:solidFill>
            <a:srgbClr val="F57C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9" name="Text 16"/>
          <p:cNvSpPr txBox="1"/>
          <p:nvPr/>
        </p:nvSpPr>
        <p:spPr>
          <a:xfrm>
            <a:off x="6858000" y="13716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6858000" y="19659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€ 100</a:t>
            </a:r>
            <a:endParaRPr lang="en-US" sz="2800" dirty="0"/>
          </a:p>
        </p:txBody>
      </p:sp>
      <p:sp>
        <p:nvSpPr>
          <p:cNvPr id="21" name="Text 18"/>
          <p:cNvSpPr txBox="1"/>
          <p:nvPr/>
        </p:nvSpPr>
        <p:spPr>
          <a:xfrm>
            <a:off x="6949440" y="28346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Hospitality + Accesso VIP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Ogni entrata al PalaPoli = punti  •  Ogni acquisto dai partner = punti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0C4DE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14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09728"/>
            <a:ext cx="640080" cy="6400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14400" y="1828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ecosistema di relazioni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594360" y="1508760"/>
            <a:ext cx="1554480" cy="1554480"/>
          </a:xfrm>
          <a:prstGeom prst="ellipse">
            <a:avLst/>
          </a:prstGeom>
          <a:solidFill>
            <a:srgbClr val="F57C00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4"/>
          <p:cNvSpPr txBox="1"/>
          <p:nvPr/>
        </p:nvSpPr>
        <p:spPr>
          <a:xfrm>
            <a:off x="594360" y="20574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32004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Società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37560" y="1508760"/>
            <a:ext cx="1554480" cy="1554480"/>
          </a:xfrm>
          <a:prstGeom prst="ellipse">
            <a:avLst/>
          </a:prstGeom>
          <a:solidFill>
            <a:srgbClr val="F57C00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7"/>
          <p:cNvSpPr txBox="1"/>
          <p:nvPr/>
        </p:nvSpPr>
        <p:spPr>
          <a:xfrm>
            <a:off x="3337560" y="20574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TIFOSI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3337560" y="32004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Community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080760" y="1508760"/>
            <a:ext cx="1554480" cy="1554480"/>
          </a:xfrm>
          <a:prstGeom prst="ellipse">
            <a:avLst/>
          </a:prstGeom>
          <a:solidFill>
            <a:srgbClr val="F57C00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0"/>
          <p:cNvSpPr txBox="1"/>
          <p:nvPr/>
        </p:nvSpPr>
        <p:spPr>
          <a:xfrm>
            <a:off x="6080760" y="20574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080760" y="32004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Imprese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148840" y="2286000"/>
            <a:ext cx="118872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dash"/>
          </a:ln>
        </p:spPr>
        <p:txBody>
          <a:bodyPr/>
          <a:lstStyle/>
          <a:p>
            <a:endParaRPr lang="it-IT"/>
          </a:p>
        </p:txBody>
      </p:sp>
      <p:sp>
        <p:nvSpPr>
          <p:cNvPr id="16" name="Shape 13"/>
          <p:cNvSpPr/>
          <p:nvPr/>
        </p:nvSpPr>
        <p:spPr>
          <a:xfrm>
            <a:off x="4892040" y="2286000"/>
            <a:ext cx="118872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dash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4"/>
          <p:cNvSpPr txBox="1"/>
          <p:nvPr/>
        </p:nvSpPr>
        <p:spPr>
          <a:xfrm>
            <a:off x="2286000" y="1965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7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FAN CARD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4937760" y="1965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7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FAN CARD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43891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7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punti.  Non sconti.  RELAZIONI.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0C4DE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147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09728"/>
            <a:ext cx="640080" cy="6400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14400" y="1828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valore per i partner commerciali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1887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D2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partner che espone il logo Virtus non sta comprando pubblicità.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1828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A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 dicendo: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3317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7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"Io faccio parte di questa comunità."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1546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A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quella comunità risponde: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31520" y="3611880"/>
            <a:ext cx="2377440" cy="822960"/>
          </a:xfrm>
          <a:prstGeom prst="rect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8"/>
          <p:cNvSpPr txBox="1"/>
          <p:nvPr/>
        </p:nvSpPr>
        <p:spPr>
          <a:xfrm>
            <a:off x="731520" y="37033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 nel tuo negozio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383280" y="3611880"/>
            <a:ext cx="2377440" cy="822960"/>
          </a:xfrm>
          <a:prstGeom prst="rect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Text 10"/>
          <p:cNvSpPr txBox="1"/>
          <p:nvPr/>
        </p:nvSpPr>
        <p:spPr>
          <a:xfrm>
            <a:off x="3383280" y="37033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Sceglie il tuo servizio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035040" y="3611880"/>
            <a:ext cx="2377440" cy="822960"/>
          </a:xfrm>
          <a:prstGeom prst="rect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Text 12"/>
          <p:cNvSpPr txBox="1"/>
          <p:nvPr/>
        </p:nvSpPr>
        <p:spPr>
          <a:xfrm>
            <a:off x="6035040" y="37033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fida di te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0C4DE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14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F57C00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320" y="457200"/>
            <a:ext cx="1737360" cy="17373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14400" y="24688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 ci siamo.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3108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57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Esserci ha valore.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quel valore appartiene a tutti voi.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0" y="4462272"/>
            <a:ext cx="9144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virtusfanmolfetta.com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240</Words>
  <Application>Microsoft Office PowerPoint</Application>
  <PresentationFormat>Presentazione su schermo (16:9)</PresentationFormat>
  <Paragraphs>63</Paragraphs>
  <Slides>7</Slides>
  <Notes>7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1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Nicolò de ROBERTIS</cp:lastModifiedBy>
  <cp:revision>2</cp:revision>
  <dcterms:created xsi:type="dcterms:W3CDTF">2026-09-11T07:46:00Z</dcterms:created>
  <dcterms:modified xsi:type="dcterms:W3CDTF">2026-09-11T17:50:39Z</dcterms:modified>
</cp:coreProperties>
</file>