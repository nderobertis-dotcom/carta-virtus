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9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559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1565C0">
              <a:alpha val="28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8046720" y="457200"/>
            <a:ext cx="2560320" cy="2560320"/>
          </a:xfrm>
          <a:prstGeom prst="ellipse">
            <a:avLst/>
          </a:prstGeom>
          <a:solidFill>
            <a:srgbClr val="F57C00">
              <a:alpha val="22000"/>
            </a:srgbClr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1371600" y="2926080"/>
            <a:ext cx="3200400" cy="3200400"/>
          </a:xfrm>
          <a:prstGeom prst="ellipse">
            <a:avLst/>
          </a:prstGeom>
          <a:solidFill>
            <a:srgbClr val="1565C0">
              <a:alpha val="18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2920"/>
            <a:ext cx="1371600" cy="137160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6858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NUOVA VIRTUS BASKET MOLFETTA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2239858"/>
            <a:ext cx="7315200" cy="1527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VIRTUS FAN CARD</a:t>
            </a:r>
            <a:endParaRPr lang="en-US" sz="8000" b="1" dirty="0"/>
          </a:p>
          <a:p>
            <a:pPr marL="0" indent="0" algn="ctr">
              <a:lnSpc>
                <a:spcPct val="90000"/>
              </a:lnSpc>
              <a:buNone/>
            </a:pPr>
            <a:endParaRPr lang="en-US" sz="8000" b="1" dirty="0"/>
          </a:p>
        </p:txBody>
      </p:sp>
      <p:sp>
        <p:nvSpPr>
          <p:cNvPr id="8" name="Text 5"/>
          <p:cNvSpPr/>
          <p:nvPr/>
        </p:nvSpPr>
        <p:spPr>
          <a:xfrm>
            <a:off x="36576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9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programma fedeltà che connette i tifosi alle attività del territorio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65760" y="370332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365760" y="37033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Proposta Partner — Stagione 2026/2027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42976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partnership che genera valore per te, per i tifosi e per Molfetta.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 SIAMO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"/>
            <a:ext cx="960120" cy="96012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Nuova Virtus Basket Molfetta è una realtà sportiva radicata nel territorio pugliese dal 1998. Con Virtus Fan Card lanciamo il primo programma fedeltà che unisce i nostri tifosi alle attività commerciali locali.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2103120"/>
            <a:ext cx="2651760" cy="146304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365760" y="2103120"/>
            <a:ext cx="2651760" cy="7315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365760" y="21945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1998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365760" y="285292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Anno di fondazione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2103120"/>
            <a:ext cx="2651760" cy="146304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3291840" y="2103120"/>
            <a:ext cx="2651760" cy="7315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3291840" y="21945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500+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3291840" y="285292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Tifosi e simpatizzanti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2103120"/>
            <a:ext cx="2651760" cy="146304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6217920" y="2103120"/>
            <a:ext cx="2651760" cy="7315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6217920" y="21945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365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6217920" y="285292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Giorni di visibilità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3749040"/>
            <a:ext cx="841248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548640" y="37947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nostra missione: creare una comunità attiva attorno alla Virtus che porta benefici concreti ai tifosi, alle imprese locali e all'intera città di Molfetta.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 FUNZIONA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"/>
            <a:ext cx="960120" cy="96012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meccanismo semplice che genera traffico qualificato nel tuo negozio.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121408" y="2331720"/>
            <a:ext cx="320040" cy="54864"/>
          </a:xfrm>
          <a:prstGeom prst="rect">
            <a:avLst/>
          </a:prstGeom>
          <a:solidFill>
            <a:srgbClr val="546E7A">
              <a:alpha val="40000"/>
            </a:srgbClr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256032" y="169164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5"/>
          <p:cNvSpPr/>
          <p:nvPr/>
        </p:nvSpPr>
        <p:spPr>
          <a:xfrm>
            <a:off x="914400" y="1810512"/>
            <a:ext cx="658368" cy="65836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914400" y="18105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56032" y="257860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47472" y="30906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ADERISCI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7472" y="3493008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Registri il tuo negozio su Virtus Fan Card. Ricevi accesso al pannello partner dedicato.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97680" y="2331720"/>
            <a:ext cx="320040" cy="54864"/>
          </a:xfrm>
          <a:prstGeom prst="rect">
            <a:avLst/>
          </a:prstGeom>
          <a:solidFill>
            <a:srgbClr val="546E7A">
              <a:alpha val="40000"/>
            </a:srgbClr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2432304" y="169164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3090672" y="1810512"/>
            <a:ext cx="658368" cy="6583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3090672" y="18105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432304" y="257860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📷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2523744" y="30906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SCANSIONA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523744" y="3493008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tifoso mostra il suo QR code. Tu lo scansioni con la fotocamera o inserisci il codice.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473952" y="2331720"/>
            <a:ext cx="320040" cy="54864"/>
          </a:xfrm>
          <a:prstGeom prst="rect">
            <a:avLst/>
          </a:prstGeom>
          <a:solidFill>
            <a:srgbClr val="546E7A">
              <a:alpha val="40000"/>
            </a:srgbClr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8"/>
          <p:cNvSpPr/>
          <p:nvPr/>
        </p:nvSpPr>
        <p:spPr>
          <a:xfrm>
            <a:off x="4608576" y="169164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19"/>
          <p:cNvSpPr/>
          <p:nvPr/>
        </p:nvSpPr>
        <p:spPr>
          <a:xfrm>
            <a:off x="5266944" y="1810512"/>
            <a:ext cx="658368" cy="658368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5266944" y="18105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608576" y="257860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4700016" y="30906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ACCREDITA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700016" y="3493008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sistema calcola automaticamente i punti in base all'importo. Un click e il gioco è fatto.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784848" y="169164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Shape 25"/>
          <p:cNvSpPr/>
          <p:nvPr/>
        </p:nvSpPr>
        <p:spPr>
          <a:xfrm>
            <a:off x="7443216" y="1810512"/>
            <a:ext cx="658368" cy="6583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6"/>
          <p:cNvSpPr/>
          <p:nvPr/>
        </p:nvSpPr>
        <p:spPr>
          <a:xfrm>
            <a:off x="7443216" y="18105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6784848" y="257860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🎁</a:t>
            </a:r>
            <a:endParaRPr lang="en-US" sz="2400" dirty="0"/>
          </a:p>
        </p:txBody>
      </p:sp>
      <p:sp>
        <p:nvSpPr>
          <p:cNvPr id="31" name="Text 28"/>
          <p:cNvSpPr/>
          <p:nvPr/>
        </p:nvSpPr>
        <p:spPr>
          <a:xfrm>
            <a:off x="6876288" y="30906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FIDELIZZA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876288" y="3493008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tifoso accumula, torna nel tuo negozio e riscatta premi. Tu guadagni un cliente fedele.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TUOI VANTAGGI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"/>
            <a:ext cx="960120" cy="96012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1234440"/>
            <a:ext cx="2697480" cy="160020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51560" y="139903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Nuovi clienti garantiti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89280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tifosi Virtus Fan Card sono incentivati a scegliere i negozi partner per accumulare punti. Traffico qualificato e motivato.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1234440"/>
            <a:ext cx="2697480" cy="160020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3337560" y="1417320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333756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931920" y="139903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Clienti fidelizzati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337560" y="189280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sistema punti crea un meccanismo di ritorno. Il tifoso tornerà da te per accumulare e poi riscattare i premi.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80760" y="1234440"/>
            <a:ext cx="2697480" cy="160020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6217920" y="1417320"/>
            <a:ext cx="502920" cy="50292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621792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812280" y="139903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e report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17920" y="189280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Accedi al tuo pannello partner: vedi le transazioni, i punti emessi, il volume generato e i tifosi serviti.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0040" y="3017520"/>
            <a:ext cx="2697480" cy="160020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8"/>
          <p:cNvSpPr/>
          <p:nvPr/>
        </p:nvSpPr>
        <p:spPr>
          <a:xfrm>
            <a:off x="457200" y="320040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051560" y="318211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Visibilità nel programma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367588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tuo negozio appare nella lista partner visibile a tutti i tifosi iscritti. Presenza costante tutto l'anno.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200400" y="3017520"/>
            <a:ext cx="2697480" cy="160020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3"/>
          <p:cNvSpPr/>
          <p:nvPr/>
        </p:nvSpPr>
        <p:spPr>
          <a:xfrm>
            <a:off x="3337560" y="3200400"/>
            <a:ext cx="502920" cy="5029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333756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3931920" y="318211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Campagne promozionali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337560" y="367588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Puoi lanciare campagne con moltiplicatore punti (2x, 3x) per incentivare gli acquisti nei periodi che scegli.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080760" y="3017520"/>
            <a:ext cx="2697480" cy="160020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8"/>
          <p:cNvSpPr/>
          <p:nvPr/>
        </p:nvSpPr>
        <p:spPr>
          <a:xfrm>
            <a:off x="6217920" y="3200400"/>
            <a:ext cx="502920" cy="50292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29"/>
          <p:cNvSpPr/>
          <p:nvPr/>
        </p:nvSpPr>
        <p:spPr>
          <a:xfrm>
            <a:off x="621792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812280" y="318211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Strumento digitale semplice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217920" y="367588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Nessuna app da installare. Tutto funziona dal browser. Bastano 30 secondi per registrare un acquisto.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TUO PANNELLO DIGITALE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"/>
            <a:ext cx="960120" cy="96012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Uno strumento professionale accessibile da qualsiasi dispositivo, senza installazioni.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664208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502920" y="1755648"/>
            <a:ext cx="320040" cy="32004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502920" y="1755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7190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Scanner QR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" y="1929384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 la fotocamera del telefono o del tablet per leggere il QR del tifoso in un secondo.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224028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502920" y="2331720"/>
            <a:ext cx="320040" cy="320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50292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60120" y="22951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Inserimento manuale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60120" y="2505456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Puoi digitare il codice alfanumerico del tifoso se preferisci o in caso di problemi con la camera.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2816352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502920" y="2907792"/>
            <a:ext cx="320040" cy="32004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502920" y="2907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60120" y="287121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Calcolo automatico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60120" y="308152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Inserisci l'importo e il sistema calcola i punti da accreditare applicando eventuali campagne attive.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3392424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19"/>
          <p:cNvSpPr/>
          <p:nvPr/>
        </p:nvSpPr>
        <p:spPr>
          <a:xfrm>
            <a:off x="502920" y="3483864"/>
            <a:ext cx="320040" cy="3200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502920" y="34838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60120" y="34472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Storico transazioni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60120" y="365760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Consulta tutte le operazioni registrate con nome del tifoso, data, importo e punti accreditati.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65760" y="3968496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24"/>
          <p:cNvSpPr/>
          <p:nvPr/>
        </p:nvSpPr>
        <p:spPr>
          <a:xfrm>
            <a:off x="502920" y="4059936"/>
            <a:ext cx="320040" cy="32004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5"/>
          <p:cNvSpPr/>
          <p:nvPr/>
        </p:nvSpPr>
        <p:spPr>
          <a:xfrm>
            <a:off x="502920" y="40599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60120" y="40233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KPI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60120" y="423367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Tieni traccia di transazioni totali, punti emessi, volume in euro e tifosi unici serviti.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65760" y="4544568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Shape 29"/>
          <p:cNvSpPr/>
          <p:nvPr/>
        </p:nvSpPr>
        <p:spPr>
          <a:xfrm>
            <a:off x="502920" y="4636008"/>
            <a:ext cx="320040" cy="32004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0"/>
          <p:cNvSpPr/>
          <p:nvPr/>
        </p:nvSpPr>
        <p:spPr>
          <a:xfrm>
            <a:off x="502920" y="46360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960120" y="45994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Validazione coupon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960120" y="4809744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un tifoso riscatta un premio nel tuo negozio, validi il coupon digitale con un semplice click.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 PER IL TERRITORIO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"/>
            <a:ext cx="960120" cy="96012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704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Virtus Fan Card non è solo un programma punti. È un progetto di sviluppo economico locale.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773936"/>
            <a:ext cx="274320" cy="27432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749808" y="17190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Economia circolare locale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" y="204825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tifosi spendono nei negozi del territorio. I punti li riportano negli stessi negozi. Il denaro rimane a Molfetta.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2852928"/>
            <a:ext cx="274320" cy="27432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749808" y="27980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 commerciale unita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9808" y="312724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partner si supportano a vicenda. Essere parte di Virtus Fan Card significa far parte di una rete di imprese che collaborano.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3931920"/>
            <a:ext cx="274320" cy="27432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749808" y="38770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Stagionalità ridotta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9808" y="42062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programma è attivo 365 giorni l'anno. Non solo durante le partite: i tifosi visitano i partner tutto l'anno.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846320" y="1773936"/>
            <a:ext cx="274320" cy="2743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5230368" y="1719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Molfetta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230368" y="204825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programma innovativo che promuove l'identità sportiva e commerciale di Molfetta, aumentandone la visibilità.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846320" y="2852928"/>
            <a:ext cx="274320" cy="2743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5230368" y="27980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Digitalizzazione locale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30368" y="312724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attività commerciali adottano strumenti digitali moderni senza costi di sviluppo, rimanendo competitive.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46320" y="3931920"/>
            <a:ext cx="274320" cy="2743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5230368" y="38770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Coesione sociale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230368" y="4206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 e commercio uniti creano coesione sociale. Un progetto che fa bene alla comunità oltre che al portafoglio.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 PER LA COMUNITÀ SPORTIVA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"/>
            <a:ext cx="960120" cy="96012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143000"/>
            <a:ext cx="8412480" cy="9144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548640" y="1170432"/>
            <a:ext cx="80467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9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"Ogni acquisto che fai in un negozio partner è un sostegno concreto alla Virtus Basket Molfetta."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2212848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5"/>
          <p:cNvSpPr/>
          <p:nvPr/>
        </p:nvSpPr>
        <p:spPr>
          <a:xfrm>
            <a:off x="502920" y="2377440"/>
            <a:ext cx="502920" cy="5029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50292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43000" y="235000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Società più forte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283464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entrate generate dal programma supportano la società sportiva, permettendo investimenti in atleti, strutture e attività giovanili.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09160" y="2212848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4846320" y="2377440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484632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486400" y="235000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Esperienze esclusive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46320" y="283464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tifosi Premium accedono all'area hospitality, hanno posti riservati e vivono il basket da protagonisti, non solo da spettatori.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3630168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502920" y="3794760"/>
            <a:ext cx="502920" cy="50292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50292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143000" y="376732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Tifosi coinvolti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" y="425196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tifoso con la tessera è un tifoso attivo. Il programma crea abitudini di partecipazione e rafforza il legame con la squadra.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09160" y="3630168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20"/>
          <p:cNvSpPr/>
          <p:nvPr/>
        </p:nvSpPr>
        <p:spPr>
          <a:xfrm>
            <a:off x="4846320" y="379476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/>
          <p:nvPr/>
        </p:nvSpPr>
        <p:spPr>
          <a:xfrm>
            <a:off x="484632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486400" y="376732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Settore giovanile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846320" y="425196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parte dei proventi supporta il settore giovanile: il futuro della Virtus si costruisce con la comunità che la circonda.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 SONO I TUOI NUOVI CLIENTI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"/>
            <a:ext cx="960120" cy="96012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tifosi Virtus Fan Card sono clienti motivati e fidelizzati, suddivisi in tre profili: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0040" y="1627632"/>
            <a:ext cx="2697480" cy="338328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320040" y="1627632"/>
            <a:ext cx="269748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411480" y="171907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11480" y="206654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€ 30/anno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11480" y="2633472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411480" y="26334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30 pt benvenuto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1480" y="2999232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Cappellino Virtus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Ingresso riservato alle gare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 punti per ogni gara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Accumulo punti nei negozi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27832" y="1627632"/>
            <a:ext cx="2697480" cy="338328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3227832" y="1627632"/>
            <a:ext cx="2697480" cy="7315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3319272" y="171907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319272" y="206654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€ 50/anno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3319272" y="2633472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57C00">
              <a:alpha val="15000"/>
            </a:srgbClr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3319272" y="26334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50 pt benvenuto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319272" y="2999232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Maglia personalizzata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Posto riservato stagione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 punti per ogni gara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 priorità ai premi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135624" y="1627632"/>
            <a:ext cx="2697480" cy="338328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8"/>
          <p:cNvSpPr/>
          <p:nvPr/>
        </p:nvSpPr>
        <p:spPr>
          <a:xfrm>
            <a:off x="6135624" y="1627632"/>
            <a:ext cx="2697480" cy="731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6227064" y="171907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227064" y="206654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€ 100/anno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6227064" y="2633472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6A1B9A">
              <a:alpha val="15000"/>
            </a:srgbClr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6227064" y="26334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100 pt benvenuto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227064" y="2999232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Cappellino + Maglia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Area hospitality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+10 punti per ogni gara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Massima priorità ai premi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 ADERIRE AL PROGRAMMA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"/>
            <a:ext cx="960120" cy="96012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Diventare partner è gratuito e richiede meno di 5 minuti.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664208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502920" y="1792224"/>
            <a:ext cx="457200" cy="45720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502920" y="1792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7280" y="17373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Contattaci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2029968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Scrivici a info@virtusfanmolfetta.com o chiama il numero della società. Un nostro referente ti guiderà in tutto.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2459736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502920" y="2587752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50292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97280" y="25328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Configurazione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97280" y="282549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Creiamo il tuo profilo partner: categoira, punti per euro, referente. In 5 minuti sei operativo.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" y="3255264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97280" y="33284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 pannello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97280" y="362102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Ricevi le credenziali di accesso al pannello partner. Puoi usarlo subito da qualsiasi browser.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65760" y="4050792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19"/>
          <p:cNvSpPr/>
          <p:nvPr/>
        </p:nvSpPr>
        <p:spPr>
          <a:xfrm>
            <a:off x="502920" y="4178808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50292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97280" y="41239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 transazione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97280" y="441655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primo tifoso che entra nel tuo negozio diventa il tuo primo cliente Virtus Fan Card. Parte tutto!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Nessun costo di adesione   ✓ Nessuna app da installare   ✓ Supporto dedicato dalla società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754880" cy="4754880"/>
          </a:xfrm>
          <a:prstGeom prst="ellipse">
            <a:avLst/>
          </a:prstGeom>
          <a:solidFill>
            <a:srgbClr val="1565C0">
              <a:alpha val="32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772400" y="1371600"/>
            <a:ext cx="2560320" cy="2560320"/>
          </a:xfrm>
          <a:prstGeom prst="ellipse">
            <a:avLst/>
          </a:prstGeom>
          <a:solidFill>
            <a:srgbClr val="F57C00">
              <a:alpha val="22000"/>
            </a:srgbClr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1828800" y="2743200"/>
            <a:ext cx="4114800" cy="41148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57200"/>
            <a:ext cx="1828800" cy="182880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42316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85000"/>
              </a:lnSpc>
              <a:buNone/>
            </a:pPr>
            <a:r>
              <a:rPr lang="en-US" sz="5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UNIAMOCI.</a:t>
            </a:r>
            <a:endParaRPr lang="en-US" sz="5000" dirty="0"/>
          </a:p>
          <a:p>
            <a:pPr marL="0" indent="0">
              <a:lnSpc>
                <a:spcPct val="85000"/>
              </a:lnSpc>
              <a:buNone/>
            </a:pPr>
            <a:r>
              <a:rPr lang="en-US" sz="5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INSIEME.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365760" y="3950208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Scegli di far parte di un progetto che genera valore per la tua attività, per Molfetta e per la Virtus Basket.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4617720"/>
            <a:ext cx="2697480" cy="4572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502920" y="46360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02920" y="481888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info@virtusfanmolfetta.com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73552" y="4617720"/>
            <a:ext cx="2697480" cy="4572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3410712" y="46360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SITO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410712" y="481888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www.virtusfanmolfetta.com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181344" y="4617720"/>
            <a:ext cx="2697480" cy="4572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6318504" y="46360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GRATUITO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318504" y="481888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Nessun costo di adesione</a:t>
            </a:r>
            <a:endParaRPr lang="en-US" sz="11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1041</Words>
  <Application>Microsoft Office PowerPoint</Application>
  <PresentationFormat>Presentazione su schermo (16:9)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3" baseType="lpstr">
      <vt:lpstr>Arial</vt:lpstr>
      <vt:lpstr>Trebuchet MS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Carta Virtus — Proposta Partner</dc:title>
  <dc:subject>PptxGenJS Presentation</dc:subject>
  <dc:creator>Nuova Virtus Basket Molfetta</dc:creator>
  <cp:lastModifiedBy>Nicolò de ROBERTIS</cp:lastModifiedBy>
  <cp:revision>3</cp:revision>
  <dcterms:created xsi:type="dcterms:W3CDTF">2026-06-06T05:50:33Z</dcterms:created>
  <dcterms:modified xsi:type="dcterms:W3CDTF">2026-06-27T09:30:01Z</dcterms:modified>
</cp:coreProperties>
</file>