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7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208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3152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4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NUOVA VIRTUS BASKET MOLFETTA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457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Stagione 2026/2027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960120"/>
            <a:ext cx="2331720" cy="365760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3710" y="274320"/>
            <a:ext cx="2468880" cy="42976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80467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GRATTA</a:t>
            </a:r>
            <a:endParaRPr lang="en-US" sz="5000" dirty="0"/>
          </a:p>
        </p:txBody>
      </p:sp>
      <p:sp>
        <p:nvSpPr>
          <p:cNvPr id="11" name="Text 6"/>
          <p:cNvSpPr txBox="1"/>
          <p:nvPr/>
        </p:nvSpPr>
        <p:spPr>
          <a:xfrm>
            <a:off x="2377440" y="14173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VINCI</a:t>
            </a:r>
            <a:endParaRPr lang="en-US" sz="5000" dirty="0"/>
          </a:p>
        </p:txBody>
      </p:sp>
      <p:sp>
        <p:nvSpPr>
          <p:cNvPr id="12" name="Shape 7"/>
          <p:cNvSpPr/>
          <p:nvPr/>
        </p:nvSpPr>
        <p:spPr>
          <a:xfrm>
            <a:off x="2395728" y="2212848"/>
            <a:ext cx="1261872" cy="777240"/>
          </a:xfrm>
          <a:prstGeom prst="rect">
            <a:avLst/>
          </a:prstGeom>
          <a:solidFill>
            <a:srgbClr val="B71C1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8"/>
          <p:cNvSpPr txBox="1"/>
          <p:nvPr/>
        </p:nvSpPr>
        <p:spPr>
          <a:xfrm>
            <a:off x="2395728" y="224942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€ 1.000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2432304" y="26243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stampa ticket</a:t>
            </a:r>
            <a:endParaRPr lang="en-US" sz="750" dirty="0"/>
          </a:p>
        </p:txBody>
      </p:sp>
      <p:sp>
        <p:nvSpPr>
          <p:cNvPr id="15" name="Shape 10"/>
          <p:cNvSpPr/>
          <p:nvPr/>
        </p:nvSpPr>
        <p:spPr>
          <a:xfrm>
            <a:off x="3785616" y="2212848"/>
            <a:ext cx="1261872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1"/>
          <p:cNvSpPr txBox="1"/>
          <p:nvPr/>
        </p:nvSpPr>
        <p:spPr>
          <a:xfrm>
            <a:off x="3785616" y="224942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€ 6.000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822192" y="26243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ricavi (2.000 x €3,00)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5175504" y="2212848"/>
            <a:ext cx="1261872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4"/>
          <p:cNvSpPr txBox="1"/>
          <p:nvPr/>
        </p:nvSpPr>
        <p:spPr>
          <a:xfrm>
            <a:off x="5175504" y="224942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€ 1.000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212080" y="26243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 estrazione finale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2395728" y="3072384"/>
            <a:ext cx="4169664" cy="329184"/>
          </a:xfrm>
          <a:prstGeom prst="rect">
            <a:avLst/>
          </a:prstGeom>
          <a:solidFill>
            <a:srgbClr val="1B5E20"/>
          </a:solidFill>
          <a:ln w="254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7"/>
          <p:cNvSpPr txBox="1"/>
          <p:nvPr/>
        </p:nvSpPr>
        <p:spPr>
          <a:xfrm>
            <a:off x="2395728" y="3108960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MARGINE NETTO STIMATO: € 4.000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2395728" y="3511296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PREMI  —  Prodotti e gadget offerti dagli sponsor locali  •  Premio speciale estrazione finale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2395728" y="3877056"/>
            <a:ext cx="4169664" cy="768096"/>
          </a:xfrm>
          <a:prstGeom prst="rect">
            <a:avLst/>
          </a:prstGeom>
          <a:solidFill>
            <a:srgbClr val="0D2147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0"/>
          <p:cNvSpPr txBox="1"/>
          <p:nvPr/>
        </p:nvSpPr>
        <p:spPr>
          <a:xfrm>
            <a:off x="2468880" y="39227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Raccolta premi/sponsor: 15–20 gg  •  Vendita: dalla 1ª gara casalinga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2468880" y="4187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successo dipende dall'impegno di ognuno di noi nel vendere i ticket e trovare i premi!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0" y="479145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lotteria del tifoso  •  virtusfanmolfetta.com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90</Words>
  <Application>Microsoft Office PowerPoint</Application>
  <PresentationFormat>Presentazione su schermo (16:9)</PresentationFormat>
  <Paragraphs>16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Nicolò de ROBERTIS</cp:lastModifiedBy>
  <cp:revision>2</cp:revision>
  <dcterms:created xsi:type="dcterms:W3CDTF">2026-09-04T10:17:28Z</dcterms:created>
  <dcterms:modified xsi:type="dcterms:W3CDTF">2026-09-04T16:21:31Z</dcterms:modified>
</cp:coreProperties>
</file>